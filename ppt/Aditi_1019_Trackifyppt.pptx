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68" r:id="rId12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80" y="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i="1" spc="-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Trackify</a:t>
            </a:r>
            <a:endParaRPr lang="en-US" sz="48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i="1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-Smart Expense Monitoring System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Name: Aditi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Roll No: 2211981019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Monika Aggarwal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In today’s fast-paced lifestyle, managing daily expenses has become challenging. Many individuals fail to track their spending properly, leading to poor financial awareness.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Calibri"/>
              </a:rPr>
              <a:t>Lack of proper expense tracking habits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Use of unorganized manual methods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Calibri"/>
              </a:rPr>
              <a:t>Difficulty in analyzing spending patterns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No clear visualization of expenses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EF2D-C097-F5BA-DE9D-BE09D33E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926" y="0"/>
            <a:ext cx="4590113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5BD87-44C6-8286-5A27-49C91E49AA1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55600" y="1179647"/>
            <a:ext cx="8229240" cy="3977280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/>
              <a:t>The main objective of this project is to simplify expense tracking and improve financial awareness through a structured digital solution.</a:t>
            </a:r>
          </a:p>
          <a:p>
            <a:pPr marL="0" indent="0">
              <a:buNone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Develop an easy-to-use expense tracking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Provide clear insights into spending </a:t>
            </a:r>
            <a:r>
              <a:rPr lang="en-IN" sz="2000" dirty="0" err="1"/>
              <a:t>behavior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Enhance user experience with simple UI</a:t>
            </a:r>
          </a:p>
        </p:txBody>
      </p:sp>
    </p:spTree>
    <p:extLst>
      <p:ext uri="{BB962C8B-B14F-4D97-AF65-F5344CB8AC3E}">
        <p14:creationId xmlns:p14="http://schemas.microsoft.com/office/powerpoint/2010/main" val="1295353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F4C5-7DB8-C56E-B6EA-4466C68D5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8" y="0"/>
            <a:ext cx="4821022" cy="914040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97949-B0D4-A322-94FA-660AE68E5E3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59882" y="933291"/>
            <a:ext cx="8478982" cy="4552749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/>
              <a:t>To overcome the identified problems, a web-based application named </a:t>
            </a:r>
            <a:r>
              <a:rPr lang="en-IN" sz="2000" dirty="0" err="1"/>
              <a:t>Trackify</a:t>
            </a:r>
            <a:r>
              <a:rPr lang="en-IN" sz="2000" dirty="0"/>
              <a:t> has been developed to manage and </a:t>
            </a:r>
            <a:r>
              <a:rPr lang="en-IN" sz="2000" dirty="0" err="1"/>
              <a:t>analyze</a:t>
            </a:r>
            <a:r>
              <a:rPr lang="en-IN" sz="2000" dirty="0"/>
              <a:t> efficiently.</a:t>
            </a:r>
          </a:p>
          <a:p>
            <a:pPr marL="0" indent="0">
              <a:buNone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Digital platform for recording expenses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Dashboard for visual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Structured and user-friendly interface</a:t>
            </a:r>
          </a:p>
        </p:txBody>
      </p:sp>
    </p:spTree>
    <p:extLst>
      <p:ext uri="{BB962C8B-B14F-4D97-AF65-F5344CB8AC3E}">
        <p14:creationId xmlns:p14="http://schemas.microsoft.com/office/powerpoint/2010/main" val="2225267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82AC8-1187-93FB-4231-8D1AC11A6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5028840" cy="914040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77F0CD-8CF8-6ED8-8859-50B6556905B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05602" y="2217600"/>
            <a:ext cx="8532796" cy="2499802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/>
              <a:t>The System include multiple features that help users manage and analyse their expenses effectively.</a:t>
            </a:r>
          </a:p>
          <a:p>
            <a:pPr marL="0" indent="0">
              <a:buNone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User login and signup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Expense entry and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Category-based tracking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Analytics dashboard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Calendar-based records</a:t>
            </a:r>
          </a:p>
        </p:txBody>
      </p:sp>
    </p:spTree>
    <p:extLst>
      <p:ext uri="{BB962C8B-B14F-4D97-AF65-F5344CB8AC3E}">
        <p14:creationId xmlns:p14="http://schemas.microsoft.com/office/powerpoint/2010/main" val="3633579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13846-DD6E-30B8-1FEA-AFC48B773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64" y="0"/>
            <a:ext cx="5292076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72E01-809B-B44B-18DD-2E47F80FBE0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2137422"/>
            <a:ext cx="8229240" cy="846778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/>
              <a:t>The project is developed using modern web technologies to ensure performance and scalability.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569EF-85A1-8D29-B504-4F784B16755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2984200"/>
            <a:ext cx="8229240" cy="189684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HTML, CSS, JavaScript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Tailwind CSS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Vite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Node.js &amp; Express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MongoDB</a:t>
            </a:r>
          </a:p>
        </p:txBody>
      </p:sp>
    </p:spTree>
    <p:extLst>
      <p:ext uri="{BB962C8B-B14F-4D97-AF65-F5344CB8AC3E}">
        <p14:creationId xmlns:p14="http://schemas.microsoft.com/office/powerpoint/2010/main" val="3877438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DACC4-77D0-07B5-986D-5278A196B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436" y="0"/>
            <a:ext cx="5273604" cy="914040"/>
          </a:xfrm>
        </p:spPr>
        <p:txBody>
          <a:bodyPr/>
          <a:lstStyle/>
          <a:p>
            <a:r>
              <a:rPr lang="en-IN" sz="3200" dirty="0"/>
              <a:t>Conclusion: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FCA1B-DA31-500C-56BF-7D6D0D2E113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27259" y="1860082"/>
            <a:ext cx="8489482" cy="3137836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/>
              <a:t>The system provides and effective and user-friendly solution for managing daily expenses. It focuses on simplifying financial tracking through a structured and intuitive approach.</a:t>
            </a:r>
          </a:p>
          <a:p>
            <a:pPr marL="0" indent="0">
              <a:buNone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Enables systematic expense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Improves understanding of spending </a:t>
            </a:r>
            <a:r>
              <a:rPr lang="en-IN" sz="2000" dirty="0" err="1"/>
              <a:t>behavior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Provides clear and visual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Promotes better financial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3943410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34834</TotalTime>
  <Words>297</Words>
  <Application>Microsoft Office PowerPoint</Application>
  <PresentationFormat>On-screen Show (4:3)</PresentationFormat>
  <Paragraphs>61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Objective</vt:lpstr>
      <vt:lpstr>Proposed Solution</vt:lpstr>
      <vt:lpstr>Key Features:</vt:lpstr>
      <vt:lpstr>Technology Used:</vt:lpstr>
      <vt:lpstr>Conclusion: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Aditi Kapoor</cp:lastModifiedBy>
  <cp:revision>2300</cp:revision>
  <dcterms:created xsi:type="dcterms:W3CDTF">2010-04-09T07:36:15Z</dcterms:created>
  <dcterms:modified xsi:type="dcterms:W3CDTF">2026-05-13T15:42:29Z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